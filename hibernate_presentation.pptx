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5" r:id="rId4"/>
    <p:sldId id="267" r:id="rId5"/>
    <p:sldId id="270" r:id="rId6"/>
    <p:sldId id="271" r:id="rId7"/>
    <p:sldId id="272" r:id="rId8"/>
    <p:sldId id="273" r:id="rId9"/>
    <p:sldId id="264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32"/>
    <p:restoredTop sz="94694"/>
  </p:normalViewPr>
  <p:slideViewPr>
    <p:cSldViewPr snapToGrid="0">
      <p:cViewPr>
        <p:scale>
          <a:sx n="117" d="100"/>
          <a:sy n="117" d="100"/>
        </p:scale>
        <p:origin x="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35B91-DA2E-DE84-4E98-567F33614A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FD0561-41DA-8D7E-1681-FB314EBC0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B566D-CD5E-31DB-B113-B5F7B3540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616C9-9C26-2C74-4DF8-CCA33FAFF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AC86B-D416-C83C-E484-38EF2D5CF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91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D3095-E445-2E04-AAE1-FBFEFF27A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794AA-2200-6E7A-B994-C4F66935F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62534-ADAE-5291-2F16-9F66D01D9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F5072-2160-2C7A-7D29-0C21C0EA9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8DAE-89AC-F741-D1FA-07AA4C14D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488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4E009-DB73-D643-2851-038035568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16C1D-9CED-7EBA-E6AA-A6035F1C6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DD25C-6F43-90B5-F487-FE5A191A4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55A1D-386E-CC91-A26B-F149CAA94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E9AAE-0EA6-78FD-D469-7E9F0F773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978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8D685-EDED-5570-63C3-058C6C56E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BC748-B3B2-CC06-B033-1BC4F0214E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1EB0D-3ED8-E961-D0C6-D44CFA6476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533F2C-5443-84CF-A991-B79F45B4C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46805F-0741-FC0C-1D71-EF93D4DFA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1C87BD-2AD5-6ECB-7126-51372C7C1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115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44F8A-C76C-08C5-290F-D75DF35C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482AF9-2877-FCF9-6CFE-649763E71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F048B-B3FE-923A-1450-71617EF1DD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E54366-2834-5603-8D5D-A5F4B7EA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B2CA85-A3A0-784A-AD83-F40AAB5F08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FC03D5-2920-B4F3-7C89-0DE5612A1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57AB97-F3D2-D03D-ED76-CB594E2D3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1F21C7-0C00-DDAD-2D4B-A6BF2AE4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59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9935-27D5-E709-65CA-4477EE5C8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77D90C-BE7E-E368-4FD0-215626877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D86C26-D52F-35C8-7F93-959638BAE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E7F489-A551-CE42-8727-FDEAB444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215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B1E58-F73B-58C3-F3D7-F485D2C4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8EC056-A43F-CF7C-62C8-0BE73D2FD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5CA7-BB95-A42F-3DC0-6C220378B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938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446E-3587-6E96-0263-A3E8A98CE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6CBD0-FDD8-20D2-12AD-7A921BB60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B75C42-422B-CB6D-40A4-81C4DA8D75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9B8D6-09EE-E5D7-8629-142A1E98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D3E87A-7E75-9ED4-FF25-D4628F7B1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D30B3-4813-5EE5-6513-9A7F54D7C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5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CF9A2-27C8-A3F5-B18A-3455894BD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2CF2BE-FDEB-BD3D-E120-69EAC26627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FF62F-2DD3-68BD-E0E1-3E3E7CDA5C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B8E40-AE11-2890-F76F-5A13B7058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BA05B2-5A51-097C-2D7D-E07AA0335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BC88B9-4C75-AACC-3F74-A2C5559AA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90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A09E8-73E4-8C27-5DB1-D8C8B379D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717B49-EE4D-B0E5-E4B7-5A09FE5B5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72B32-1A1A-F7AC-B554-720AC4FFF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694992-C3FD-1CBC-4845-08C715025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E590E-C1F8-95F9-339E-B82BE198A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89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BB958-B00E-5FCA-F7EE-1599F7BE6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CC059-4C0F-DDE6-D521-2AAA1DF739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28FBF-4DCB-3A2D-92E8-A6619A9AA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44285-AAFE-A548-5AD8-B1428F3BB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FF634-2CE3-2181-B101-97C609770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94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75DB8B-B699-84A7-DCB3-DFE7EDB90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E04F6-CE4F-BB58-3E33-4A7D00142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B7B53-0C50-24CE-DECD-B9E6266E8C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523386-5937-3E4F-B67B-ED58BBA19EF5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B75BD0-0D5A-C510-F5D8-1D15B48EE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218A9-B37A-663C-A477-54BBDAAFF3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D33D7F-6CC7-8D45-A242-3E559E646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647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DA1D310-D672-B090-993A-E53BF3D9F1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5424" y="4344687"/>
            <a:ext cx="5760846" cy="381482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chemeClr val="tx2"/>
                </a:solidFill>
              </a:rPr>
              <a:t>Fábio Geiss Fucks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2AC2DF-9EA7-2C07-6C05-3BB25855413E}"/>
              </a:ext>
            </a:extLst>
          </p:cNvPr>
          <p:cNvSpPr txBox="1"/>
          <p:nvPr/>
        </p:nvSpPr>
        <p:spPr>
          <a:xfrm>
            <a:off x="1522172" y="1543817"/>
            <a:ext cx="90103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/>
              <a:t>Hibernate Anti-Patterns and Patterns</a:t>
            </a:r>
          </a:p>
        </p:txBody>
      </p:sp>
    </p:spTree>
    <p:extLst>
      <p:ext uri="{BB962C8B-B14F-4D97-AF65-F5344CB8AC3E}">
        <p14:creationId xmlns:p14="http://schemas.microsoft.com/office/powerpoint/2010/main" val="4134632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EB3BBC-7750-3A50-4F35-96E80718C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AF4DA3-9162-8057-79D7-C90F01969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143631-7320-D3A1-7225-5F5D8509C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D118FFA-44A1-9C9F-088B-7A893654D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E5307EF-8897-7F39-FD17-90568DB77D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4EEB15-44F7-D53A-AD1F-4719493598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EEE0B98-C0F8-414A-9C32-7F2482CE6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F7CFA2E-D9B7-B378-D559-247AFB1F96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275C0BE-55A7-09B5-6A83-CD60926E99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4E99F97-E6C5-8A0B-4BF8-CE4CD15E8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A5210F5-5F34-AAA5-2D5F-730608E7C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0" name="Title 4">
            <a:extLst>
              <a:ext uri="{FF2B5EF4-FFF2-40B4-BE49-F238E27FC236}">
                <a16:creationId xmlns:a16="http://schemas.microsoft.com/office/drawing/2014/main" id="{B0B4550B-B12D-8957-4879-1C7E3B678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0666" y="284204"/>
            <a:ext cx="9144000" cy="989185"/>
          </a:xfrm>
        </p:spPr>
        <p:txBody>
          <a:bodyPr/>
          <a:lstStyle/>
          <a:p>
            <a:r>
              <a:rPr lang="en-US" dirty="0"/>
              <a:t>N +1 Anti-Pattern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7D9E3-54F8-1540-8846-F70210D0C949}"/>
              </a:ext>
            </a:extLst>
          </p:cNvPr>
          <p:cNvSpPr txBox="1"/>
          <p:nvPr/>
        </p:nvSpPr>
        <p:spPr>
          <a:xfrm>
            <a:off x="337457" y="3381968"/>
            <a:ext cx="107387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   - You think it is doing ONE SELECT, but under the hood the hibernate does N + 1 hidden SELECTS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189A2B-5CA6-284C-933E-2ABA250C1EA0}"/>
              </a:ext>
            </a:extLst>
          </p:cNvPr>
          <p:cNvSpPr txBox="1"/>
          <p:nvPr/>
        </p:nvSpPr>
        <p:spPr>
          <a:xfrm>
            <a:off x="337457" y="2368037"/>
            <a:ext cx="107387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   - It is a performance problem when the hibernate executes 1 query for the main entity and N additional queries to load poorly managed relations.</a:t>
            </a:r>
          </a:p>
        </p:txBody>
      </p:sp>
    </p:spTree>
    <p:extLst>
      <p:ext uri="{BB962C8B-B14F-4D97-AF65-F5344CB8AC3E}">
        <p14:creationId xmlns:p14="http://schemas.microsoft.com/office/powerpoint/2010/main" val="401886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5A57DC-86E1-1702-9FF9-1F9C4B2B0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4BAB8BB-EECA-A415-F8E1-2BF8440A1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6079F7-1E82-5011-6E3F-5BA0CB27D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CE4B33D-6910-FE47-4680-D91C872E74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4EB4C56-4667-949C-A4CB-0DB2ADA66E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56C4DF1-593D-B435-6880-4A642E56F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1DD6C2-2DF2-D12B-AEF2-61D8F56558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514B1F9-3BDD-B572-80AE-3FFBC9F22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9807122-75EC-B604-7593-20BDA8516E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E770AEF-5B2D-AE78-A488-E95C9E336C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65EF233-41DA-D667-D759-ACFAD06B1B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F3864FE-41DD-940F-ECCB-4E3CE6611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38825"/>
            <a:ext cx="7772400" cy="378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678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382052-553C-8E2A-1E81-60468C0A8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7EBC956-4195-A861-D5C8-746FA04F1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5ADED2-2C4A-C4D3-EF19-386A18AB0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7800867-5484-53EA-4B69-F853D4779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27E1530-57E4-479A-7904-31E6E0278C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480D061-EDF4-AA91-BF67-804CDDC30C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7CC7D6A-D073-2813-FF55-A8BA414ABA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9D52CBB-3962-A526-F713-A4B98ABE09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9AD772A-391E-37E5-2905-2685C8317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BE249-5280-F022-DAFE-589F9FF813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2A0453E-7CAE-BA17-FEDB-C62DFED9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3483408-80A3-D3C4-F5AE-4972124DC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022" y="2572123"/>
            <a:ext cx="8473367" cy="64393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95F0997-2847-C34D-7945-5F6C58F9958C}"/>
              </a:ext>
            </a:extLst>
          </p:cNvPr>
          <p:cNvSpPr txBox="1"/>
          <p:nvPr/>
        </p:nvSpPr>
        <p:spPr>
          <a:xfrm>
            <a:off x="1546126" y="2131060"/>
            <a:ext cx="2146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JDK + </a:t>
            </a:r>
            <a:r>
              <a:rPr lang="en-US" dirty="0" err="1"/>
              <a:t>partitioningBy</a:t>
            </a:r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34DCE8A-DC03-E7D2-5F80-EE101260F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849" y="3880586"/>
            <a:ext cx="7772400" cy="94757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194098E-6F58-7904-1A79-11600EA41F23}"/>
              </a:ext>
            </a:extLst>
          </p:cNvPr>
          <p:cNvSpPr txBox="1"/>
          <p:nvPr/>
        </p:nvSpPr>
        <p:spPr>
          <a:xfrm>
            <a:off x="1546126" y="3459212"/>
            <a:ext cx="1530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EC + partition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42C7-9CE7-C440-6C6B-48BA4672A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0666" y="284204"/>
            <a:ext cx="9144000" cy="989185"/>
          </a:xfrm>
        </p:spPr>
        <p:txBody>
          <a:bodyPr/>
          <a:lstStyle/>
          <a:p>
            <a:r>
              <a:rPr lang="en-US" dirty="0"/>
              <a:t>Partitioning</a:t>
            </a:r>
          </a:p>
        </p:txBody>
      </p:sp>
    </p:spTree>
    <p:extLst>
      <p:ext uri="{BB962C8B-B14F-4D97-AF65-F5344CB8AC3E}">
        <p14:creationId xmlns:p14="http://schemas.microsoft.com/office/powerpoint/2010/main" val="3104729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6E7B82-5BBA-6724-319D-D045EA997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C78DA17-92A8-1090-9BF7-1A37BB567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DE4B8-A387-AEEF-8DFB-816441B55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24BCCB-22E9-F3B0-5159-A0F4710778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B260E1F-9818-00F5-0993-28BEC7FF4E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0C887E8-99D5-8FF3-A7EC-8B58E8718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97CC313-FBD0-8CAA-2A84-9DED5D3C8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052B5FB-9E25-3510-048D-9F3C15D2FB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29E9C7-0364-D11E-4A4A-0FE3997E1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C90F8AE-0005-84E1-EBED-DA746CB27C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9D4B071-83A8-30D2-B5AA-40F7D63D4B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D32B758-3E1B-AF42-2763-4C707E933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542" y="171692"/>
            <a:ext cx="6621278" cy="651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3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590CB6-B086-1765-A2E0-A3358FD6B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697AAC-DB4F-98C2-04D2-579624E95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05D475-176B-403B-F42E-8F721911E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5DBC18F-BFD0-4569-DBDE-33CAE4449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8DA9020-9193-A7B6-E99A-1CE8E99C88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E884B75-0421-8C2B-B19B-B4B1F14EB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A49FBB-EA80-AA71-7E7C-8F344BC9D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129AACF-26E4-147B-C987-553883F7C1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F75A391-76B8-23D3-4411-9E744DD274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E2C1A70-5B3B-9F7F-F6D7-451175B9F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B276A9D-E836-DF63-2614-85D1151B0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82DF83C2-A481-3B26-8C75-E61E5FFC4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0666" y="284204"/>
            <a:ext cx="9144000" cy="989185"/>
          </a:xfrm>
        </p:spPr>
        <p:txBody>
          <a:bodyPr/>
          <a:lstStyle/>
          <a:p>
            <a:r>
              <a:rPr lang="en-US" dirty="0"/>
              <a:t>Primitives Benchmark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8B8F94-B76F-FD7B-CBC6-9EDEA4A3E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133" y="2003540"/>
            <a:ext cx="9037082" cy="304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24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E513BE-95F1-FEF3-543D-DAEFC431D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B4ECD1-FFF8-624D-4E23-E203A88A4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D5EB9D-AD46-986A-1571-C35054B5D0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86FF5E9-DA0B-01E5-7E92-8305676252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CC3A06C-E2B3-E4A4-A37C-CBAD37D6A6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5F66781-55FC-20BC-304E-BC487BF55A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0429221-6A69-06E9-6010-D4F7A2C5BC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C99D6C3-969E-1A60-32AE-66FC7D22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1F1A3D8-6ABF-A899-FF33-3AF66EF561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AB10877-D815-525A-BF87-A8B2C2B04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48AB49D-1F01-F8CA-BA78-398C8C8767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DC8D7A28-527F-210D-2541-548C94BDF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647" y="254318"/>
            <a:ext cx="8299883" cy="616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047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8EB387-B012-CD0B-517D-D9526A599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9B7398-E730-EEE6-89BC-A7CC56138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F735D2-12D1-3BF5-CB88-21D187853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4525DC2-CE2A-8DD1-BC34-C3DE14DB1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B068D2B-3BF8-2D8D-E636-09E80B1206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A8E6A78-F293-160F-DB3E-C59C40D3EC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8041359-59C2-7870-3B98-122E32EB20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0B33DB6-8F2C-EFD8-E665-D3723F3D33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EDA3C53-876E-5AA3-6D35-899498DD35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9EF64F-56BA-4A44-8596-60478E073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8B463D-D8AE-AC75-3698-1ED44F9CC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1C827523-DD32-28A0-CFF2-582967BEC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0666" y="284204"/>
            <a:ext cx="9144000" cy="989185"/>
          </a:xfrm>
        </p:spPr>
        <p:txBody>
          <a:bodyPr/>
          <a:lstStyle/>
          <a:p>
            <a:r>
              <a:rPr lang="en-US" dirty="0"/>
              <a:t>Multimap Benchmark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AE6670-D3FA-60B1-DC8D-571FD6D67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846" y="2400300"/>
            <a:ext cx="9063415" cy="2447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93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1632F9-9C9D-E6E5-942B-86C2F0D67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A45942-DE1B-7BC3-ECAC-8A76248FF0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15110E-005A-2E62-25B2-70BF422B2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C38A9CE-D709-1831-9CEE-C9A47B32A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BBF41E3-6F04-DF8B-ED0C-8156E762A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C846B72-DECD-F043-5430-F0B6FEA314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3C46A3D-C043-BECD-60E7-EBC18775A9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8231D9-C134-54AB-A9F1-39FC6877F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E514AB5-6B6A-E148-9731-0F3F13A29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F73A181-45DA-D03C-ABDD-B48CFA7FBD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13250D3-77F5-EB42-2FD1-006658FC3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0" name="Title 4">
            <a:extLst>
              <a:ext uri="{FF2B5EF4-FFF2-40B4-BE49-F238E27FC236}">
                <a16:creationId xmlns:a16="http://schemas.microsoft.com/office/drawing/2014/main" id="{48281A54-FD25-2EF6-94F6-1664BCAA34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0666" y="284204"/>
            <a:ext cx="9144000" cy="989185"/>
          </a:xfrm>
        </p:spPr>
        <p:txBody>
          <a:bodyPr/>
          <a:lstStyle/>
          <a:p>
            <a:r>
              <a:rPr lang="en-US" dirty="0"/>
              <a:t>Eclipse Collections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4460FB-A563-3B6A-20FA-BD8A8B1205AF}"/>
              </a:ext>
            </a:extLst>
          </p:cNvPr>
          <p:cNvSpPr txBox="1"/>
          <p:nvPr/>
        </p:nvSpPr>
        <p:spPr>
          <a:xfrm>
            <a:off x="1106045" y="1662700"/>
            <a:ext cx="7868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Pros: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C69B35-21AD-C39C-88BA-E1AC9E6F8BD7}"/>
              </a:ext>
            </a:extLst>
          </p:cNvPr>
          <p:cNvSpPr txBox="1"/>
          <p:nvPr/>
        </p:nvSpPr>
        <p:spPr>
          <a:xfrm>
            <a:off x="1105416" y="3737840"/>
            <a:ext cx="8723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B89205-7F4C-DBD7-C672-BB722178F5CB}"/>
              </a:ext>
            </a:extLst>
          </p:cNvPr>
          <p:cNvSpPr txBox="1"/>
          <p:nvPr/>
        </p:nvSpPr>
        <p:spPr>
          <a:xfrm>
            <a:off x="1555356" y="2227087"/>
            <a:ext cx="576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More expressive and rich API compared to standard JDK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C2E71-0FC6-E74B-CD2E-643FDA2771B9}"/>
              </a:ext>
            </a:extLst>
          </p:cNvPr>
          <p:cNvSpPr txBox="1"/>
          <p:nvPr/>
        </p:nvSpPr>
        <p:spPr>
          <a:xfrm>
            <a:off x="1555356" y="2600403"/>
            <a:ext cx="4481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Easy to configure and available for java 8 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312AE6-8E8F-FB92-2608-A4AAB63A203A}"/>
              </a:ext>
            </a:extLst>
          </p:cNvPr>
          <p:cNvSpPr txBox="1"/>
          <p:nvPr/>
        </p:nvSpPr>
        <p:spPr>
          <a:xfrm>
            <a:off x="1541593" y="2984455"/>
            <a:ext cx="6640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Good to use in large data pipelines, intensive counting/clustering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8A1578-92B8-8FBD-84F1-8C6C7424A385}"/>
              </a:ext>
            </a:extLst>
          </p:cNvPr>
          <p:cNvSpPr txBox="1"/>
          <p:nvPr/>
        </p:nvSpPr>
        <p:spPr>
          <a:xfrm>
            <a:off x="1610666" y="4917528"/>
            <a:ext cx="6854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Simple apps, small teams that are not familiar with the technology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7D3E89-80E6-3DCE-D750-F92F1998254E}"/>
              </a:ext>
            </a:extLst>
          </p:cNvPr>
          <p:cNvSpPr txBox="1"/>
          <p:nvPr/>
        </p:nvSpPr>
        <p:spPr>
          <a:xfrm>
            <a:off x="1610666" y="4548196"/>
            <a:ext cx="3964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Extra dependency and learning curve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840607-C848-6B07-09AF-0B264CA420CF}"/>
              </a:ext>
            </a:extLst>
          </p:cNvPr>
          <p:cNvSpPr txBox="1"/>
          <p:nvPr/>
        </p:nvSpPr>
        <p:spPr>
          <a:xfrm>
            <a:off x="1623866" y="4191000"/>
            <a:ext cx="3903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Part of the code coupled to EC types</a:t>
            </a:r>
          </a:p>
        </p:txBody>
      </p:sp>
    </p:spTree>
    <p:extLst>
      <p:ext uri="{BB962C8B-B14F-4D97-AF65-F5344CB8AC3E}">
        <p14:creationId xmlns:p14="http://schemas.microsoft.com/office/powerpoint/2010/main" val="3267425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48F2DC-DFCD-D5C7-61A5-33425AF0E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1B09089-C488-A7AE-3159-5602D33348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897553-1EE5-8450-FF51-0D76577D5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235579-BA61-53C5-BCF2-A936001A7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72D3F90-FC27-CCE1-D7D6-DCD0CEA43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56C8A8E-F724-5D9F-CB64-EE2F88329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106E7B8-2775-DAFB-4D63-9B29063A4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25D40C6-E833-F97C-D99A-8E2E871AE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B7FC3A5-2957-0DFC-FCF0-466F0643D6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A6EC65C-A7A1-2E52-2F28-C54B77883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A63766BF-739A-E04B-6237-8FEAC498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CA9E4269-DB0B-4E48-A819-372C65565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941" y="642159"/>
            <a:ext cx="4535714" cy="45357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1D9409-DC95-602E-68A7-A78D1802F028}"/>
              </a:ext>
            </a:extLst>
          </p:cNvPr>
          <p:cNvSpPr txBox="1"/>
          <p:nvPr/>
        </p:nvSpPr>
        <p:spPr>
          <a:xfrm>
            <a:off x="4235279" y="5463938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FFucks</a:t>
            </a:r>
            <a:r>
              <a:rPr lang="en-US" dirty="0"/>
              <a:t>/eclipse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1966A5-7A67-C491-7636-7E228720C287}"/>
              </a:ext>
            </a:extLst>
          </p:cNvPr>
          <p:cNvSpPr txBox="1"/>
          <p:nvPr/>
        </p:nvSpPr>
        <p:spPr>
          <a:xfrm>
            <a:off x="4235279" y="5976303"/>
            <a:ext cx="3291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eclipse.dev</a:t>
            </a:r>
            <a:r>
              <a:rPr lang="en-US" dirty="0"/>
              <a:t>/collections</a:t>
            </a:r>
          </a:p>
        </p:txBody>
      </p:sp>
    </p:spTree>
    <p:extLst>
      <p:ext uri="{BB962C8B-B14F-4D97-AF65-F5344CB8AC3E}">
        <p14:creationId xmlns:p14="http://schemas.microsoft.com/office/powerpoint/2010/main" val="1779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5601</TotalTime>
  <Words>154</Words>
  <Application>Microsoft Macintosh PowerPoint</Application>
  <PresentationFormat>Widescreen</PresentationFormat>
  <Paragraphs>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Fábio Geiss Fucks</vt:lpstr>
      <vt:lpstr>N +1 Anti-Pattern</vt:lpstr>
      <vt:lpstr>PowerPoint Presentation</vt:lpstr>
      <vt:lpstr>Partitioning</vt:lpstr>
      <vt:lpstr>PowerPoint Presentation</vt:lpstr>
      <vt:lpstr>Primitives Benchmark</vt:lpstr>
      <vt:lpstr>PowerPoint Presentation</vt:lpstr>
      <vt:lpstr>Multimap Benchmark</vt:lpstr>
      <vt:lpstr>Eclipse Collections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Fucks</dc:creator>
  <cp:lastModifiedBy>Fabio Fucks</cp:lastModifiedBy>
  <cp:revision>8</cp:revision>
  <dcterms:created xsi:type="dcterms:W3CDTF">2025-09-08T01:00:03Z</dcterms:created>
  <dcterms:modified xsi:type="dcterms:W3CDTF">2025-12-11T06:10:55Z</dcterms:modified>
</cp:coreProperties>
</file>